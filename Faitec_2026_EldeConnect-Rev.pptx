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</p:sldIdLst>
  <p:sldSz cy="13716000" cx="24384000"/>
  <p:notesSz cx="6858000" cy="9144000"/>
  <p:embeddedFontLst>
    <p:embeddedFont>
      <p:font typeface="Helvetica Neue"/>
      <p:regular r:id="rId7"/>
      <p:bold r:id="rId8"/>
      <p:italic r:id="rId9"/>
      <p:boldItalic r:id="rId10"/>
    </p:embeddedFont>
    <p:embeddedFont>
      <p:font typeface="Helvetica Neue Light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gZ84KggsQfQCuyVjL79bhoOGuy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HelveticaNeueLight-regular.fntdata"/><Relationship Id="rId10" Type="http://schemas.openxmlformats.org/officeDocument/2006/relationships/font" Target="fonts/HelveticaNeue-boldItalic.fntdata"/><Relationship Id="rId13" Type="http://schemas.openxmlformats.org/officeDocument/2006/relationships/font" Target="fonts/HelveticaNeueLight-italic.fntdata"/><Relationship Id="rId12" Type="http://schemas.openxmlformats.org/officeDocument/2006/relationships/font" Target="fonts/HelveticaNeueLight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HelveticaNeue-italic.fntdata"/><Relationship Id="rId15" Type="http://customschemas.google.com/relationships/presentationmetadata" Target="metadata"/><Relationship Id="rId14" Type="http://schemas.openxmlformats.org/officeDocument/2006/relationships/font" Target="fonts/HelveticaNeueLigh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font" Target="fonts/HelveticaNeue-regular.fntdata"/><Relationship Id="rId8" Type="http://schemas.openxmlformats.org/officeDocument/2006/relationships/font" Target="fonts/HelveticaNeue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">
  <p:cSld name="Título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4"/>
          <p:cNvSpPr txBox="1"/>
          <p:nvPr>
            <p:ph idx="12" type="sldNum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tx">
  <p:cSld name="TITLE_AND_BODY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5"/>
          <p:cNvSpPr txBox="1"/>
          <p:nvPr>
            <p:ph idx="12" type="sldNum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idx="12" type="sldNum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FAI_Faitec_2026_Imagem_PowerPoint conteudo.jpg" id="7" name="Google Shape;7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AI_Faitec_2026_Imagem_PowerPoint capa.jp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 txBox="1"/>
          <p:nvPr>
            <p:ph idx="1" type="subTitle"/>
          </p:nvPr>
        </p:nvSpPr>
        <p:spPr>
          <a:xfrm>
            <a:off x="1625600" y="9385299"/>
            <a:ext cx="6610034" cy="3045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35000" lvl="0" marL="635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75"/>
              <a:buFont typeface="Helvetica Neue"/>
              <a:buChar char="•"/>
            </a:pPr>
            <a:r>
              <a:rPr b="0" i="0" lang="en-US" sz="4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Nome do projeto</a:t>
            </a:r>
            <a:br>
              <a:rPr b="0" i="0" lang="en-US" sz="4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4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4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Nome do aluno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AI_Faitec_2026_Imagem_PowerPoint conteudo.jpg" id="22" name="Google Shape;2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2"/>
          <p:cNvSpPr txBox="1"/>
          <p:nvPr/>
        </p:nvSpPr>
        <p:spPr>
          <a:xfrm>
            <a:off x="1291996" y="3050184"/>
            <a:ext cx="18549281" cy="808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Texto texto</a:t>
            </a:r>
            <a:endParaRPr b="0" i="0" sz="4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